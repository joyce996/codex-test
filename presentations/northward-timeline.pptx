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orthward_timelin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orthward_timelin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2742" y="377825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ja-JP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历史回望・一走一留见大局</a:t>
            </a:r>
          </a:p>
        </p:txBody>
      </p:sp>
      <p:grpSp>
        <p:nvGrpSpPr>
          <p:cNvPr id="4" name="page-title"/>
          <p:cNvGrpSpPr/>
          <p:nvPr/>
        </p:nvGrpSpPr>
        <p:grpSpPr>
          <a:xfrm>
            <a:off x="4623816" y="1069975"/>
            <a:ext cx="2944368" cy="704088"/>
            <a:chOff x="4623816" y="1069975"/>
            <a:chExt cx="2944368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4623816" y="1069975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走・北上拓局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95450" y="2400300"/>
            <a:ext cx="8858250" cy="285750"/>
          </a:xfrm>
          <a:prstGeom prst="rightArrow">
            <a:avLst>
              <a:gd name="adj1" fmla="val 30000"/>
              <a:gd name="adj2" fmla="val 60000"/>
            </a:avLst>
          </a:prstGeom>
          <a:solidFill>
            <a:schemeClr val="accent1">
              <a:alpha val="4500"/>
            </a:schemeClr>
          </a:solidFill>
          <a:ln>
            <a:noFill/>
          </a:ln>
        </p:spPr>
      </p:sp>
      <p:grpSp>
        <p:nvGrpSpPr>
          <p:cNvPr id="19" name="timeline"/>
          <p:cNvGrpSpPr/>
          <p:nvPr/>
        </p:nvGrpSpPr>
        <p:grpSpPr>
          <a:xfrm>
            <a:off x="914400" y="2813050"/>
            <a:ext cx="10363200" cy="1090295"/>
            <a:chOff x="914400" y="2813050"/>
            <a:chExt cx="10363200" cy="1090295"/>
          </a:xfrm>
        </p:grpSpPr>
        <p:sp>
          <p:nvSpPr>
            <p:cNvPr id="6" name="Line 6"/>
            <p:cNvSpPr/>
            <p:nvPr/>
          </p:nvSpPr>
          <p:spPr>
            <a:xfrm>
              <a:off x="914400" y="337185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grpSp>
          <p:nvGrpSpPr>
            <p:cNvPr id="10" name="stop-taojiahe"/>
            <p:cNvGrpSpPr/>
            <p:nvPr/>
          </p:nvGrpSpPr>
          <p:grpSpPr>
            <a:xfrm>
              <a:off x="1698879" y="2813050"/>
              <a:ext cx="869442" cy="1090295"/>
              <a:chOff x="1698879" y="2813050"/>
              <a:chExt cx="869442" cy="109029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698879" y="2813050"/>
                <a:ext cx="869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陶家河</a:t>
                </a:r>
              </a:p>
            </p:txBody>
          </p:sp>
          <p:sp>
            <p:nvSpPr>
              <p:cNvPr id="8" name="Ellipse 8"/>
              <p:cNvSpPr/>
              <p:nvPr/>
            </p:nvSpPr>
            <p:spPr>
              <a:xfrm>
                <a:off x="2066925" y="33051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792795" y="3609975"/>
                <a:ext cx="6816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1934.9</a:t>
                </a:r>
              </a:p>
            </p:txBody>
          </p:sp>
        </p:grpSp>
        <p:grpSp>
          <p:nvGrpSpPr>
            <p:cNvPr id="14" name="stop-hejiachong"/>
            <p:cNvGrpSpPr/>
            <p:nvPr/>
          </p:nvGrpSpPr>
          <p:grpSpPr>
            <a:xfrm>
              <a:off x="5661279" y="2813050"/>
              <a:ext cx="869442" cy="1090295"/>
              <a:chOff x="5661279" y="2813050"/>
              <a:chExt cx="869442" cy="1090295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661279" y="2813050"/>
                <a:ext cx="869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何家冲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6029325" y="33051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5699665" y="3609975"/>
                <a:ext cx="7926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1934.11</a:t>
                </a:r>
              </a:p>
            </p:txBody>
          </p:sp>
        </p:grpSp>
        <p:grpSp>
          <p:nvGrpSpPr>
            <p:cNvPr id="18" name="stop-shaanbei"/>
            <p:cNvGrpSpPr/>
            <p:nvPr/>
          </p:nvGrpSpPr>
          <p:grpSpPr>
            <a:xfrm>
              <a:off x="9717596" y="2813050"/>
              <a:ext cx="681609" cy="1090295"/>
              <a:chOff x="9717596" y="2813050"/>
              <a:chExt cx="681609" cy="109029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765030" y="2813050"/>
                <a:ext cx="58674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陕北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9991725" y="33051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717596" y="3609975"/>
                <a:ext cx="6816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1935.9</a:t>
                </a:r>
              </a:p>
            </p:txBody>
          </p:sp>
        </p:grpSp>
      </p:grpSp>
      <p:grpSp>
        <p:nvGrpSpPr>
          <p:cNvPr id="21" name="takeaway"/>
          <p:cNvGrpSpPr/>
          <p:nvPr/>
        </p:nvGrpSpPr>
        <p:grpSpPr>
          <a:xfrm>
            <a:off x="8464296" y="5854700"/>
            <a:ext cx="3126486" cy="322707"/>
            <a:chOff x="8464296" y="5854700"/>
            <a:chExt cx="3126486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8464296" y="58547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长征中唯一兵力不减反增的队伍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orthward_timeline">
  <a:themeElements>
    <a:clrScheme name="northward_timeline">
      <a:dk1>
        <a:srgbClr val="3E3434"/>
      </a:dk1>
      <a:lt1>
        <a:srgbClr val="FFFFFF"/>
      </a:lt1>
      <a:dk2>
        <a:srgbClr val="1F497D"/>
      </a:dk2>
      <a:lt2>
        <a:srgbClr val="FFFFFF"/>
      </a:lt2>
      <a:accent1>
        <a:srgbClr val="7D242B"/>
      </a:accent1>
      <a:accent2>
        <a:srgbClr val="AB353A"/>
      </a:accent2>
      <a:accent3>
        <a:srgbClr val="7D242B"/>
      </a:accent3>
      <a:accent4>
        <a:srgbClr val="7D242B"/>
      </a:accent4>
      <a:accent5>
        <a:srgbClr val="776D6B"/>
      </a:accent5>
      <a:accent6>
        <a:srgbClr val="AB353A"/>
      </a:accent6>
      <a:hlink>
        <a:srgbClr val="AB353A"/>
      </a:hlink>
      <a:folHlink>
        <a:srgbClr val="7D242B"/>
      </a:folHlink>
    </a:clrScheme>
    <a:fontScheme name="northward_timelin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orthward_timeli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2026-10-26T00:52:34Z</dcterms:created>
  <dcterms:modified xsi:type="dcterms:W3CDTF">2026-10-26T00:52:34Z</dcterms:modified>
  <cp:category/>
  <cp:contentStatus/>
</cp:coreProperties>
</file>